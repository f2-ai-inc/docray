
<file path=ppt/presentation.xml>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
</file>