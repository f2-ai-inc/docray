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diagrams/data1.xml" ContentType="application/vnd.openxmlformats-officedocument.drawingml.diagramData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diagrams/data1.xml><?xml version="1.0" encoding="utf-8"?>
<dgm:dataModel xmlns:a="http://schemas.openxmlformats.org/drawingml/2006/main" xmlns:dgm="http://schemas.openxmlformats.org/drawingml/2006/diagram">
  <dgm:ptLst>
    <dgm:pt modelId="1">
      <dgm:t>
        <a:p>
          <a:r>
            <a:t>Discover</a:t>
          </a:r>
        </a:p>
      </dgm:t>
    </dgm:pt>
    <dgm:pt modelId="2">
      <dgm:t>
        <a:p>
          <a:r>
            <a:t>Build</a:t>
          </a:r>
        </a:p>
      </dgm:t>
    </dgm:pt>
    <dgm:pt modelId="3">
      <dgm:t>
        <a:p>
          <a:r>
            <a:t>Deliver</a:t>
          </a:r>
        </a:p>
      </dgm:t>
    </dgm:pt>
  </dgm:ptLst>
</dgm:dataModel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Diagram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Process diagram"/>
          <p:cNvGraphicFramePr/>
          <p:nvPr/>
        </p:nvGraphicFramePr>
        <p:xfrm>
          <a:off x="1270000" y="1016000"/>
          <a:ext cx="5080000" cy="2540000"/>
        </p:xfrm>
        <a:graphic>
          <a:graphicData xmlns:dgm="http://schemas.openxmlformats.org/drawingml/2006/diagram" uri="http://schemas.openxmlformats.org/drawingml/2006/diagram">
            <dgm:relIds r:dm="rIdDiagram"/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