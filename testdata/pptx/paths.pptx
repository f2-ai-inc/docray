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Rectangle"/>
          <p:cNvSpPr/>
          <p:nvPr/>
        </p:nvSpPr>
        <p:spPr>
          <a:xfrm>
            <a:off x="1270000" y="1270000"/>
            <a:ext cx="2540000" cy="1270000"/>
          </a:xfrm>
          <a:prstGeom prst="rect"/>
          <a:solidFill>
            <a:srgbClr val="AA5500"/>
          </a:solidFill>
          <a:ln w="25400">
            <a:solidFill>
              <a:srgbClr val="001122"/>
            </a:solidFill>
          </a:ln>
        </p:spPr>
      </p:sp>
      <p:cxnSp>
        <p:nvCxnSpPr>
          <p:cNvPr id="3" name="Connector"/>
          <p:cNvCxnSpPr/>
          <p:nvPr/>
        </p:nvCxnSpPr>
        <p:spPr>
          <a:xfrm>
            <a:off x="3810000" y="1905000"/>
            <a:ext cx="1905000" cy="635000"/>
          </a:xfrm>
          <a:prstGeom prst="line"/>
          <a:ln w="12700">
            <a:solidFill>
              <a:srgbClr val="CC0000"/>
            </a:solidFill>
          </a:ln>
        </p:spPr>
      </p:cxn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