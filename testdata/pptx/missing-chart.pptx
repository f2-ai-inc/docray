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Relationship Id="rIdMissingChart" Type="http://schemas.openxmlformats.org/officeDocument/2006/relationships/chart" Target="../charts/missing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graphicFrame>
        <p:nvGraphicFramePr>
          <p:cNvPr id="2" name="Missing chart"/>
          <p:cNvGraphicFramePr/>
          <p:nvPr/>
        </p:nvGraphicFramePr>
        <p:xfrm>
          <a:off x="914400" y="914400"/>
          <a:ext cx="3657600" cy="1828800"/>
        </p:xfrm>
        <a:graphic>
          <a:graphicData xmlns:c="http://schemas.openxmlformats.org/drawingml/2006/chart" uri="http://schemas.openxmlformats.org/drawingml/2006/chart">
            <c:chart r:id="rIdMissingChart"/>
          </a:graphicData>
        </a:graphic>
      </p:graphicFrame>
      <p:sp>
        <p:nvSpPr>
          <p:cNvPr id="3" name="Survivor"/>
          <p:cNvSpPr/>
          <p:nvPr/>
        </p:nvSpPr>
        <p:spPr>
          <a:xfrm>
            <a:off x="914400" y="3657600"/>
            <a:ext cx="3657600" cy="914400"/>
          </a:xfrm>
          <a:prstGeom prst="rect"/>
          <a:solidFill>
            <a:srgbClr val="EEDDAA"/>
          </a:solidFill>
        </p:spPr>
        <p:txBody>
          <a:bodyPr/>
          <a:lstStyle/>
          <a:p>
            <a:r>
              <a:rPr sz="1800">
                <a:latin typeface="Fixture Sans"/>
                <a:solidFill>
                  <a:srgbClr val="112233"/>
                </a:solidFill>
              </a:rPr>
              <a:t>Slide still extracts</a:t>
            </a:r>
          </a:p>
        </p:txBody>
      </p:sp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