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bin" ContentType="application/octet-stream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charts/empty.xml" ContentType="application/vnd.openxmlformats-officedocument.drawingml.chart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9144000" cy="6858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charts/empty.xml><?xml version="1.0" encoding="utf-8"?>
<c:chartSpace xmlns:a="http://schemas.openxmlformats.org/drawingml/2006/main" xmlns:c="http://schemas.openxmlformats.org/drawingml/2006/chart">
  <c:chart>
    <c:plotArea>
      <c:barChart/>
    </c:plotArea>
  </c:chart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/>
      <p:grpSpPr/>
      <p:sp>
        <p:nvSpPr>
          <p:cNvPr id="2" name="Layout title"/>
          <p:cNvSpPr/>
          <p:nvPr>
            <p:ph type="title"/>
          </p:nvPr>
        </p:nvSpPr>
        <p:spPr>
          <a:xfrm>
            <a:off x="914400" y="457200"/>
            <a:ext cx="7315200" cy="914400"/>
          </a:xfrm>
          <a:prstGeom prst="rect"/>
        </p:spPr>
        <p:txBody>
          <a:bodyPr/>
          <a:lstStyle>
            <a:lvl1pPr>
              <a:defRPr sz="3200">
                <a:latin typeface="+mj-lt"/>
              </a:defRPr>
            </a:lvl1pPr>
          </a:lstStyle>
          <a:p/>
        </p:txBody>
      </p:sp>
      <p:sp>
        <p:nvSpPr>
          <p:cNvPr id="3" name="Layout body"/>
          <p:cNvSpPr/>
          <p:nvPr>
            <p:ph type="body" idx="1"/>
          </p:nvPr>
        </p:nvSpPr>
        <p:spPr/>
        <p:txBody>
          <a:bodyPr/>
          <a:lstStyle/>
          <a:p/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/>
      <p:grpSpPr/>
      <p:sp>
        <p:nvSpPr>
          <p:cNvPr id="2" name="Master body"/>
          <p:cNvSpPr/>
          <p:nvPr>
            <p:ph type="body" idx="1"/>
          </p:nvPr>
        </p:nvSpPr>
        <p:spPr>
          <a:xfrm>
            <a:off x="914400" y="1828800"/>
            <a:ext cx="7315200" cy="3657600"/>
          </a:xfrm>
          <a:prstGeom prst="rect"/>
        </p:spPr>
        <p:txBody>
          <a:bodyPr/>
          <a:lstStyle/>
          <a:p/>
        </p:txBody>
      </p:sp>
    </p:spTree>
  </p:cSld>
  <p:clrMap accent1="accent1" tx1="dk1" bg1="lt1"/>
  <p:txStyles>
    <p:titleStyle>
      <a:lvl1pPr>
        <a:defRPr sz="3000">
          <a:latin typeface="+mj-lt"/>
        </a:defRPr>
      </a:lvl1pPr>
    </p:titleStyle>
    <p:bodyStyle>
      <a:lvl1pPr>
        <a:defRPr sz="2000">
          <a:latin typeface="+mn-lt"/>
        </a:defRPr>
      </a:lvl1pPr>
    </p:bodyStyle>
    <p:otherStyle>
      <a:lvl1pPr>
        <a:defRPr sz="1800">
          <a:latin typeface="+mn-lt"/>
        </a:defRPr>
      </a:lvl1pPr>
    </p:otherStyle>
  </p:txStyles>
</p:sldMaster>
</file>

<file path=ppt/slides/_rels/slide1.xml.rels><?xml version="1.0" encoding="UTF-8"?>
<Relationships xmlns="http://schemas.openxmlformats.org/package/2006/relationships"><Relationship Id="rIdLayout" Type="http://schemas.openxmlformats.org/officeDocument/2006/relationships/slideLayout" Target="../slideLayouts/slideLayout1.xml"/><Relationship Id="rIdMissingChart" Type="http://schemas.openxmlformats.org/officeDocument/2006/relationships/chart" Target="../charts/missing.xml"/><Relationship Id="rIdEmptyChart" Type="http://schemas.openxmlformats.org/officeDocument/2006/relationships/chart" Target="../charts/empty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/>
      <p:grpSpPr/>
      <p:graphicFrame>
        <p:nvGraphicFramePr>
          <p:cNvPr id="2" name="Missing chart"/>
          <p:cNvGraphicFramePr/>
          <p:nvPr/>
        </p:nvGraphicFramePr>
        <p:xfrm>
          <a:off x="914400" y="914400"/>
          <a:ext cx="3657600" cy="1828800"/>
        </p:xfrm>
        <a:graphic>
          <a:graphicData xmlns:c="http://schemas.openxmlformats.org/drawingml/2006/chart" uri="http://schemas.openxmlformats.org/drawingml/2006/chart">
            <c:chart r:id="rIdMissingChart"/>
          </a:graphicData>
        </a:graphic>
      </p:graphicFrame>
      <p:graphicFrame>
        <p:nvGraphicFramePr>
          <p:cNvPr id="4" name="Empty chart"/>
          <p:cNvGraphicFramePr/>
          <p:nvPr/>
        </p:nvGraphicFramePr>
        <p:xfrm>
          <a:off x="4572000" y="914400"/>
          <a:ext cx="3657600" cy="1828800"/>
        </p:xfrm>
        <a:graphic>
          <a:graphicData xmlns:c="http://schemas.openxmlformats.org/drawingml/2006/chart" uri="http://schemas.openxmlformats.org/drawingml/2006/chart">
            <c:chart r:id="rIdEmptyChart"/>
          </a:graphicData>
        </a:graphic>
      </p:graphicFrame>
      <p:sp>
        <p:nvSpPr>
          <p:cNvPr id="3" name="Survivor"/>
          <p:cNvSpPr/>
          <p:nvPr/>
        </p:nvSpPr>
        <p:spPr>
          <a:xfrm>
            <a:off x="914400" y="3657600"/>
            <a:ext cx="3657600" cy="914400"/>
          </a:xfrm>
          <a:prstGeom prst="rect"/>
          <a:solidFill>
            <a:srgbClr val="EEDDAA"/>
          </a:solidFill>
        </p:spPr>
        <p:txBody>
          <a:bodyPr/>
          <a:lstStyle/>
          <a:p>
            <a:r>
              <a:rPr sz="1800">
                <a:latin typeface="Fixture Sans"/>
                <a:solidFill>
                  <a:srgbClr val="112233"/>
                </a:solidFill>
              </a:rPr>
              <a:t>Slide still extracts</a:t>
            </a:r>
          </a:p>
        </p:txBody>
      </p:sp>
    </p:spTree>
  </p:cSld>
</p:sld>
</file>

<file path=ppt/theme/theme1.xml><?xml version="1.0" encoding="utf-8"?>
<a:theme xmlns:a="http://schemas.openxmlformats.org/drawingml/2006/main" name="Fixture">
  <a:themeElements>
    <a:clrScheme name="Fixture">
      <a:dk1>
        <a:srgbClr val="102030"/>
      </a:dk1>
      <a:lt1>
        <a:srgbClr val="FFFFFF"/>
      </a:lt1>
      <a:accent1>
        <a:srgbClr val="336699"/>
      </a:accent1>
    </a:clrScheme>
    <a:fontScheme name="Fixture">
      <a:majorFont>
        <a:latin typeface="Fixture Serif"/>
      </a:majorFont>
      <a:minorFont>
        <a:latin typeface="Fixture Sans"/>
      </a:minorFont>
    </a:fontScheme>
  </a:themeElements>
</a:theme>
</file>