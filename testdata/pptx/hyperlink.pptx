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Relationship Id="rIdHyper" Type="http://schemas.openxmlformats.org/officeDocument/2006/relationships/hyperlink" Target="https://example.com/literal?x=1&amp;y=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ink"/>
          <p:cNvSpPr/>
          <p:nvPr/>
        </p:nvSpPr>
        <p:spPr>
          <a:xfrm>
            <a:off x="914400" y="914400"/>
            <a:ext cx="3657600" cy="914400"/>
          </a:xfrm>
          <a:prstGeom prst="rect"/>
        </p:spPr>
        <p:txBody>
          <a:bodyPr/>
          <a:lstStyle/>
          <a:p>
            <a:r>
              <a:rPr sz="1800">
                <a:hlinkClick r:id="rIdHyper"/>
              </a:rPr>
              <a:t>External link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