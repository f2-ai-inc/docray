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charts/chart1.xml><?xml version="1.0" encoding="utf-8"?>
<c:chartSpace xmlns:a="http://schemas.openxmlformats.org/drawingml/2006/main" xmlns:c="http://schemas.openxmlformats.org/drawingml/2006/chart">
  <c:chart>
    <c:plotArea>
      <c:doughnutChart>
        <c:ser>
          <c:cat>
            <c:strLit>
              <c:pt idx="0">
                <c:v>Direct</c:v>
              </c:pt>
              <c:pt idx="1">
                <c:v>Reseller</c:v>
              </c:pt>
            </c:strLit>
          </c:cat>
          <c:val>
            <c:numRef>
              <c:numCache>
                <c:formatCode>0%</c:formatCode>
                <c:pt idx="0">
                  <c:v>0.41</c:v>
                </c:pt>
                <c:pt idx="1">
                  <c:v>0.5899999999999999</c:v>
                </c:pt>
              </c:numCache>
            </c:numRef>
          </c:val>
        </c:ser>
      </c:doughnutChart>
    </c:plotArea>
  </c:chart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Relationship Id="rIdPct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graphicFrame>
        <p:nvGraphicFramePr>
          <p:cNvPr id="2" name="Mix"/>
          <p:cNvGraphicFramePr/>
          <p:nvPr/>
        </p:nvGraphicFramePr>
        <p:xfrm>
          <a:off x="914400" y="914400"/>
          <a:ext cx="4572000" cy="2743200"/>
        </p:xfrm>
        <a:graphic>
          <a:graphicData xmlns:c="http://schemas.openxmlformats.org/drawingml/2006/chart" uri="http://schemas.openxmlformats.org/drawingml/2006/chart">
            <c:chart r:id="rIdPctChart"/>
          </a:graphicData>
        </a:graphic>
      </p:graphicFrame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