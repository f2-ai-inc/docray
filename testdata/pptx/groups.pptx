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grpSp>
        <p:nvGrpSpPr/>
        <p:grpSpPr>
          <a:xfrm>
            <a:off x="127000" y="254000"/>
            <a:ext cx="5080000" cy="2540000"/>
            <a:chOff x="127000" y="127000"/>
            <a:chExt cx="2540000" cy="1270000"/>
          </a:xfrm>
        </p:grpSpPr>
        <p:grpSp>
          <p:nvGrpSpPr/>
          <p:grpSpPr>
            <a:xfrm>
              <a:off x="254000" y="254000"/>
              <a:ext cx="1270000" cy="635000"/>
              <a:chOff x="0" y="0"/>
              <a:chExt cx="1270000" cy="635000"/>
            </a:xfrm>
          </p:grpSpPr>
          <p:sp>
            <p:nvSpPr>
              <p:cNvPr id="4" name="Nested"/>
              <p:cNvSpPr/>
              <p:nvPr/>
            </p:nvSpPr>
            <p:spPr>
              <a:xfrm rot="5400000" flipH="1">
                <a:off x="127000" y="127000"/>
                <a:ext cx="508000" cy="254000"/>
              </a:xfrm>
              <a:prstGeom prst="rect"/>
            </p:spPr>
            <p:txBody>
              <a:bodyPr/>
              <a:lstStyle/>
              <a:p>
                <a:r>
                  <a:rPr sz="1800"/>
                  <a:t>Nested transform</a:t>
                </a:r>
              </a:p>
            </p:txBody>
          </p:sp>
        </p:grpSp>
      </p:grpSp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