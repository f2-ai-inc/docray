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image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pic>
        <p:nvPicPr>
          <p:cNvPr id="2" name="Picture"/>
          <p:cNvPicPr/>
          <p:nvPr/>
        </p:nvPicPr>
        <p:blipFill>
          <a:blip r:embed="rIdImage"/>
        </p:blipFill>
        <p:spPr>
          <a:xfrm rot="5400000">
            <a:off x="1270000" y="1270000"/>
            <a:ext cx="1016000" cy="50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