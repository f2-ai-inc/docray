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/>
      <p:grpSpPr/>
      <p:sp>
        <p:nvSpPr>
          <p:cNvPr id="2" name="Slide image"/>
          <p:cNvSpPr/>
          <p:nvPr>
            <p:ph type="sldImg"/>
          </p:nvPr>
        </p:nvSpPr>
        <p:txBody>
          <a:bodyPr/>
          <a:lstStyle/>
          <a:p>
            <a:r>
              <a:t>IGNORE SLIDE IMAGE</a:t>
            </a:r>
          </a:p>
        </p:txBody>
      </p:sp>
      <p:sp>
        <p:nvSpPr>
          <p:cNvPr id="3" name="Notes body"/>
          <p:cNvSpPr/>
          <p:nvPr>
            <p:ph type="body"/>
          </p:nvPr>
        </p:nvSpPr>
        <p:txBody>
          <a:bodyPr/>
          <a:lstStyle/>
          <a:p>
            <a:r>
              <a:t>Presenter script line one</a:t>
            </a:r>
          </a:p>
          <a:p>
            <a:r>
              <a:t>line two</a:t>
            </a:r>
          </a:p>
        </p:txBody>
      </p:sp>
      <p:sp>
        <p:nvSpPr>
          <p:cNvPr id="4" name="Slide number"/>
          <p:cNvSpPr/>
          <p:nvPr>
            <p:ph type="sldNum"/>
          </p:nvPr>
        </p:nvSpPr>
        <p:txBody>
          <a:bodyPr/>
          <a:lstStyle/>
          <a:p>
            <a:r>
              <a:t>IGNORE SLIDE NUMBER</a:t>
            </a: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hidden-image.bin"/><Relationship Id="rIdNotes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/>
      <p:grpSpPr/>
      <p:sp>
        <p:nvSpPr>
          <p:cNvPr id="2" name="Default body" descr="Shape alternative text"/>
          <p:cNvSpPr/>
          <p:nvPr>
            <p:ph/>
          </p:nvPr>
        </p:nvSpPr>
        <p:spPr>
          <a:xfrm>
            <a:off x="914400" y="914400"/>
            <a:ext cx="3657600" cy="914400"/>
          </a:xfrm>
          <a:prstGeom prst="rect"/>
        </p:spPr>
        <p:txBody>
          <a:bodyPr/>
          <a:lstStyle/>
          <a:p>
            <a:r>
              <a:t>Hidden channel fixture</a:t>
            </a:r>
          </a:p>
        </p:txBody>
      </p:sp>
      <p:pic>
        <p:nvPicPr>
          <p:cNvPr id="3" name="Revenue chart" title="Chart showing Q3 revenue"/>
          <p:cNvPicPr/>
          <p:nvPr/>
        </p:nvPicPr>
        <p:blipFill>
          <a:blip r:embed="rIdImage"/>
        </p:blipFill>
        <p:spPr>
          <a:xfrm>
            <a:off x="914400" y="2286000"/>
            <a:ext cx="2540000" cy="1270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