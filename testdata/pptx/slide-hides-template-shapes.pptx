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bin" ContentType="application/octet-stream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9144000" cy="6858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slide" Target="slides/slide1.xml"/>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/>
      <p:grpSpPr/>
      <p:sp>
        <p:nvSpPr>
          <p:cNvPr id="2" name="Layout title"/>
          <p:cNvSpPr/>
          <p:nvPr>
            <p:ph type="title"/>
          </p:nvPr>
        </p:nvSpPr>
        <p:spPr>
          <a:xfrm>
            <a:off x="914400" y="457200"/>
            <a:ext cx="7315200" cy="914400"/>
          </a:xfrm>
          <a:prstGeom prst="rect"/>
        </p:spPr>
        <p:txBody>
          <a:bodyPr/>
          <a:lstStyle>
            <a:lvl1pPr>
              <a:defRPr sz="3200">
                <a:latin typeface="+mj-lt"/>
              </a:defRPr>
            </a:lvl1pPr>
          </a:lstStyle>
          <a:p/>
        </p:txBody>
      </p:sp>
      <p:sp>
        <p:nvSpPr>
          <p:cNvPr id="3" name="Layout body"/>
          <p:cNvSpPr/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71" name="Gated layout"/>
          <p:cNvSpPr/>
          <p:nvPr/>
        </p:nvSpPr>
        <p:spPr>
          <a:xfrm>
            <a:off x="127000" y="635000"/>
            <a:ext cx="1270000" cy="381000"/>
          </a:xfrm>
          <a:prstGeom prst="rect"/>
          <a:solidFill>
            <a:srgbClr val="EEDDAA"/>
          </a:solidFill>
        </p:spPr>
        <p:txBody>
          <a:bodyPr/>
          <a:lstStyle/>
          <a:p>
            <a:r>
              <a:rPr sz="1800">
                <a:latin typeface="Fixture Sans"/>
                <a:solidFill>
                  <a:srgbClr val="112233"/>
                </a:solidFill>
              </a:rPr>
              <a:t>Layout gated</a:t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/>
      <p:grpSpPr/>
      <p:sp>
        <p:nvSpPr>
          <p:cNvPr id="2" name="Master body"/>
          <p:cNvSpPr/>
          <p:nvPr>
            <p:ph type="body" idx="1"/>
          </p:nvPr>
        </p:nvSpPr>
        <p:spPr>
          <a:xfrm>
            <a:off x="914400" y="1828800"/>
            <a:ext cx="7315200" cy="3657600"/>
          </a:xfrm>
          <a:prstGeom prst="rect"/>
        </p:spPr>
        <p:txBody>
          <a:bodyPr/>
          <a:lstStyle/>
          <a:p/>
        </p:txBody>
      </p:sp>
      <p:sp>
        <p:nvSpPr>
          <p:cNvPr id="70" name="Gated master"/>
          <p:cNvSpPr/>
          <p:nvPr/>
        </p:nvSpPr>
        <p:spPr>
          <a:xfrm>
            <a:off x="127000" y="127000"/>
            <a:ext cx="1270000" cy="381000"/>
          </a:xfrm>
          <a:prstGeom prst="rect"/>
          <a:solidFill>
            <a:srgbClr val="EEDDAA"/>
          </a:solidFill>
        </p:spPr>
        <p:txBody>
          <a:bodyPr/>
          <a:lstStyle/>
          <a:p>
            <a:r>
              <a:rPr sz="1800">
                <a:latin typeface="Fixture Sans"/>
                <a:solidFill>
                  <a:srgbClr val="112233"/>
                </a:solidFill>
              </a:rPr>
              <a:t>Master gated</a:t>
            </a:r>
          </a:p>
        </p:txBody>
      </p:sp>
    </p:spTree>
  </p:cSld>
  <p:clrMap accent1="accent1" tx1="dk1" bg1="lt1"/>
  <p:txStyles>
    <p:titleStyle>
      <a:lvl1pPr>
        <a:defRPr sz="3000">
          <a:latin typeface="+mj-lt"/>
        </a:defRPr>
      </a:lvl1pPr>
    </p:titleStyle>
    <p:bodyStyle>
      <a:lvl1pPr>
        <a:defRPr sz="2000">
          <a:latin typeface="+mn-lt"/>
        </a:defRPr>
      </a:lvl1pPr>
    </p:bodyStyle>
    <p:otherStyle>
      <a:lvl1pPr>
        <a:defRPr sz="1800">
          <a:latin typeface="+mn-lt"/>
        </a:defRPr>
      </a:lvl1pPr>
    </p:otherStyle>
  </p:txStyles>
</p:sldMaster>
</file>

<file path=ppt/slides/_rels/slide1.xml.rels><?xml version="1.0" encoding="UTF-8"?>
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/>
      <p:grpSpPr/>
      <p:sp>
        <p:nvSpPr>
          <p:cNvPr id="72" name="Slide content"/>
          <p:cNvSpPr/>
          <p:nvPr/>
        </p:nvSpPr>
        <p:spPr>
          <a:xfrm>
            <a:off x="127000" y="1143000"/>
            <a:ext cx="1270000" cy="381000"/>
          </a:xfrm>
          <a:prstGeom prst="rect"/>
          <a:solidFill>
            <a:srgbClr val="EEDDAA"/>
          </a:solidFill>
        </p:spPr>
        <p:txBody>
          <a:bodyPr/>
          <a:lstStyle/>
          <a:p>
            <a:r>
              <a:rPr sz="1800">
                <a:latin typeface="Fixture Sans"/>
                <a:solidFill>
                  <a:srgbClr val="112233"/>
                </a:solidFill>
              </a:rPr>
              <a:t>Slide own</a:t>
            </a:r>
          </a:p>
        </p:txBody>
      </p:sp>
    </p:spTree>
  </p:cSld>
</p:sld>
</file>

<file path=ppt/theme/theme1.xml><?xml version="1.0" encoding="utf-8"?>
<a:theme xmlns:a="http://schemas.openxmlformats.org/drawingml/2006/main" name="Fixture">
  <a:themeElements>
    <a:clrScheme name="Fixture">
      <a:dk1>
        <a:srgbClr val="102030"/>
      </a:dk1>
      <a:lt1>
        <a:srgbClr val="FFFFFF"/>
      </a:lt1>
      <a:accent1>
        <a:srgbClr val="336699"/>
      </a:accent1>
    </a:clrScheme>
    <a:fontScheme name="Fixture">
      <a:majorFont>
        <a:latin typeface="Fixture Serif"/>
      </a:majorFont>
      <a:minorFont>
        <a:latin typeface="Fixture Sans"/>
      </a:minorFont>
    </a:fontScheme>
  </a:themeElements>
</a:theme>
</file>