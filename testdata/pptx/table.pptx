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Table"/>
          <p:cNvGraphicFramePr/>
          <p:nvPr/>
        </p:nvGraphicFramePr>
        <p:xfrm>
          <a:off x="914400" y="1143000"/>
          <a:ext cx="2540000" cy="1016000"/>
        </p:xfrm>
        <a:graphic>
          <a:graphicData uri="http://schemas.openxmlformats.org/drawingml/2006/table">
            <a:tbl>
              <a:tblGrid>
                <a:gridCol w="1016000"/>
                <a:gridCol w="1524000"/>
              </a:tblGrid>
              <a:tr h="381000">
                <a:tc gridSpan="2">
                  <a:txBody>
                    <a:bodyPr/>
                    <a:lstStyle/>
                    <a:p>
                      <a:r>
                        <a:rPr sz="1800"/>
                        <a:t>Merged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Right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