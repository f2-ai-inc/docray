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Auto table"/>
          <p:cNvGraphicFramePr/>
          <p:nvPr/>
        </p:nvGraphicFramePr>
        <p:xfrm>
          <a:off x="914400" y="914400"/>
          <a:ext cx="2540000" cy="1016000"/>
        </p:xfrm>
        <a:graphic>
          <a:graphicData uri="http://schemas.openxmlformats.org/drawingml/2006/table">
            <a:tbl>
              <a:tblGrid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r>
                        <a:rPr sz="180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