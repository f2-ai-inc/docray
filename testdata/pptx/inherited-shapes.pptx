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LayoutImage" Type="http://schemas.openxmlformats.org/officeDocument/2006/relationships/image" Target="../media/inherited-logo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80" name="Layout logo"/>
          <p:cNvPicPr/>
          <p:nvPr/>
        </p:nvPicPr>
        <p:blipFill>
          <a:blip r:embed="rIdLayoutImage"/>
        </p:blipFill>
        <p:spPr>
          <a:xfrm>
            <a:off x="7620000" y="254000"/>
            <a:ext cx="1016000" cy="508000"/>
          </a:xfrm>
          <a:prstGeom prst="rect"/>
        </p:spPr>
      </p:pic>
      <p:sp>
        <p:nvSpPr>
          <p:cNvPr id="81" name="Layout background"/>
          <p:cNvSpPr/>
          <p:nvPr/>
        </p:nvSpPr>
        <p:spPr>
          <a:xfrm>
            <a:off x="0" y="6096000"/>
            <a:ext cx="9144000" cy="762000"/>
          </a:xfrm>
          <a:prstGeom prst="rect"/>
          <a:solidFill>
            <a:srgbClr val="E6E6E6"/>
          </a:solidFill>
        </p:spPr>
      </p:sp>
      <p:cxnSp>
        <p:nvCxnSpPr>
          <p:cNvPr id="82" name="Layout rule"/>
          <p:cNvCxnSpPr/>
          <p:nvPr/>
        </p:nvCxnSpPr>
        <p:spPr>
          <a:xfrm>
            <a:off x="635000" y="5715000"/>
            <a:ext cx="7874000" cy="0"/>
          </a:xfrm>
          <a:prstGeom prst="line"/>
          <a:ln w="12700">
            <a:solidFill>
              <a:srgbClr val="336699"/>
            </a:solidFill>
          </a:ln>
        </p:spPr>
      </p:cxnSp>
      <p:sp>
        <p:nvSpPr>
          <p:cNvPr id="83" name="Layout prompt"/>
          <p:cNvSpPr/>
          <p:nvPr>
            <p:ph type="subTitle" idx="83"/>
          </p:nvPr>
        </p:nvSpPr>
        <p:spPr>
          <a:xfrm>
            <a:off x="127000" y="635000"/>
            <a:ext cx="1270000" cy="254000"/>
          </a:xfrm>
        </p:spPr>
        <p:txBody>
          <a:bodyPr/>
          <a:lstStyle/>
          <a:p>
            <a:r>
              <a:t>Click to edit layout prompt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  <p:sp>
        <p:nvSpPr>
          <p:cNvPr id="90" name="Master brand"/>
          <p:cNvSpPr/>
          <p:nvPr/>
        </p:nvSpPr>
        <p:spPr>
          <a:xfrm>
            <a:off x="127000" y="127000"/>
            <a:ext cx="1524000" cy="3810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Master brand</a:t>
            </a:r>
          </a:p>
        </p:txBody>
      </p:sp>
      <p:sp>
        <p:nvSpPr>
          <p:cNvPr id="91" name="Master prompt"/>
          <p:cNvSpPr/>
          <p:nvPr>
            <p:ph type="body" idx="91"/>
          </p:nvPr>
        </p:nvSpPr>
        <p:spPr>
          <a:xfrm>
            <a:off x="127000" y="127000"/>
            <a:ext cx="1270000" cy="254000"/>
          </a:xfrm>
        </p:spPr>
        <p:txBody>
          <a:bodyPr/>
          <a:lstStyle/>
          <a:p>
            <a:r>
              <a:t>Click to edit master prompt</a:t>
            </a:r>
          </a:p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Slide title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