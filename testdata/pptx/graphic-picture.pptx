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GraphicImage" Type="http://schemas.openxmlformats.org/officeDocument/2006/relationships/image" Target="../media/graphic-image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Framed picture"/>
          <p:cNvGraphicFramePr/>
          <p:nvPr/>
        </p:nvGraphicFramePr>
        <p:xfrm>
          <a:off x="2540000" y="1270000"/>
          <a:ext cx="2032000" cy="1016000"/>
        </p:xfrm>
        <a:graphic>
          <a:graphicData xmlns:pic="http://schemas.openxmlformats.org/drawingml/2006/picture" uri="http://schemas.openxmlformats.org/drawingml/2006/picture">
            <pic:pic>
              <pic:nvPicPr>
                <pic:cNvPr id="3" name="Embedded picture" descr="Graphic-frame picture alternative"/>
                <pic:cNvPicPr/>
              </pic:nvPicPr>
              <pic:blipFill>
                <a:blip r:embed="rIdGraphicImage"/>
              </pic:blipFill>
            </pic:pic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